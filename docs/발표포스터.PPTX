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3"/>
  </p:handoutMasterIdLst>
  <p:sldIdLst>
    <p:sldId id="256" r:id="rId2"/>
  </p:sldIdLst>
  <p:sldSz cx="30279975" cy="42808525"/>
  <p:notesSz cx="7099300" cy="10234613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618687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237372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856058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474744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3093430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3712116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4330802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4949487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720" userDrawn="1">
          <p15:clr>
            <a:srgbClr val="A4A3A4"/>
          </p15:clr>
        </p15:guide>
        <p15:guide id="2" orient="horz" pos="3232" userDrawn="1">
          <p15:clr>
            <a:srgbClr val="A4A3A4"/>
          </p15:clr>
        </p15:guide>
        <p15:guide id="3" pos="95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7182"/>
    <a:srgbClr val="2B7181"/>
    <a:srgbClr val="2D7687"/>
    <a:srgbClr val="318093"/>
    <a:srgbClr val="296B7B"/>
    <a:srgbClr val="2C7C84"/>
    <a:srgbClr val="29737B"/>
    <a:srgbClr val="E6E6E6"/>
    <a:srgbClr val="39A4A9"/>
    <a:srgbClr val="2C7D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37" autoAdjust="0"/>
    <p:restoredTop sz="98210" autoAdjust="0"/>
  </p:normalViewPr>
  <p:slideViewPr>
    <p:cSldViewPr>
      <p:cViewPr>
        <p:scale>
          <a:sx n="10" d="100"/>
          <a:sy n="10" d="100"/>
        </p:scale>
        <p:origin x="2170" y="432"/>
      </p:cViewPr>
      <p:guideLst>
        <p:guide orient="horz" pos="8720"/>
        <p:guide orient="horz" pos="3232"/>
        <p:guide pos="95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-2022" y="-12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2325A6B7-B744-4D48-9FD4-4E342C079F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2524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784997" y="7005935"/>
            <a:ext cx="22709981" cy="14903709"/>
          </a:xfrm>
        </p:spPr>
        <p:txBody>
          <a:bodyPr anchor="b"/>
          <a:lstStyle>
            <a:lvl1pPr algn="ctr">
              <a:defRPr sz="14902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784997" y="22484388"/>
            <a:ext cx="22709981" cy="10335481"/>
          </a:xfrm>
        </p:spPr>
        <p:txBody>
          <a:bodyPr/>
          <a:lstStyle>
            <a:lvl1pPr marL="0" indent="0" algn="ctr">
              <a:buNone/>
              <a:defRPr sz="5961"/>
            </a:lvl1pPr>
            <a:lvl2pPr marL="1135502" indent="0" algn="ctr">
              <a:buNone/>
              <a:defRPr sz="4967"/>
            </a:lvl2pPr>
            <a:lvl3pPr marL="2271004" indent="0" algn="ctr">
              <a:buNone/>
              <a:defRPr sz="4470"/>
            </a:lvl3pPr>
            <a:lvl4pPr marL="3406506" indent="0" algn="ctr">
              <a:buNone/>
              <a:defRPr sz="3974"/>
            </a:lvl4pPr>
            <a:lvl5pPr marL="4542008" indent="0" algn="ctr">
              <a:buNone/>
              <a:defRPr sz="3974"/>
            </a:lvl5pPr>
            <a:lvl6pPr marL="5677510" indent="0" algn="ctr">
              <a:buNone/>
              <a:defRPr sz="3974"/>
            </a:lvl6pPr>
            <a:lvl7pPr marL="6813012" indent="0" algn="ctr">
              <a:buNone/>
              <a:defRPr sz="3974"/>
            </a:lvl7pPr>
            <a:lvl8pPr marL="7948513" indent="0" algn="ctr">
              <a:buNone/>
              <a:defRPr sz="3974"/>
            </a:lvl8pPr>
            <a:lvl9pPr marL="9084015" indent="0" algn="ctr">
              <a:buNone/>
              <a:defRPr sz="3974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80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1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65978" y="10672409"/>
            <a:ext cx="26116478" cy="17807154"/>
          </a:xfrm>
        </p:spPr>
        <p:txBody>
          <a:bodyPr anchor="b"/>
          <a:lstStyle>
            <a:lvl1pPr>
              <a:defRPr sz="14902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065978" y="28648026"/>
            <a:ext cx="26116478" cy="9364362"/>
          </a:xfrm>
        </p:spPr>
        <p:txBody>
          <a:bodyPr/>
          <a:lstStyle>
            <a:lvl1pPr marL="0" indent="0">
              <a:buNone/>
              <a:defRPr sz="5961">
                <a:solidFill>
                  <a:schemeClr val="tx1">
                    <a:tint val="75000"/>
                  </a:schemeClr>
                </a:solidFill>
              </a:defRPr>
            </a:lvl1pPr>
            <a:lvl2pPr marL="1135502" indent="0">
              <a:buNone/>
              <a:defRPr sz="4967">
                <a:solidFill>
                  <a:schemeClr val="tx1">
                    <a:tint val="75000"/>
                  </a:schemeClr>
                </a:solidFill>
              </a:defRPr>
            </a:lvl2pPr>
            <a:lvl3pPr marL="2271004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3pPr>
            <a:lvl4pPr marL="3406506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4pPr>
            <a:lvl5pPr marL="4542008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5pPr>
            <a:lvl6pPr marL="5677510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6pPr>
            <a:lvl7pPr marL="6813012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7pPr>
            <a:lvl8pPr marL="7948513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8pPr>
            <a:lvl9pPr marL="9084015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8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081748" y="11395788"/>
            <a:ext cx="12868989" cy="2716161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329238" y="11395788"/>
            <a:ext cx="12868989" cy="2716161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46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5692" y="2279161"/>
            <a:ext cx="26116478" cy="827433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085693" y="10494037"/>
            <a:ext cx="12809848" cy="5142966"/>
          </a:xfrm>
        </p:spPr>
        <p:txBody>
          <a:bodyPr anchor="b"/>
          <a:lstStyle>
            <a:lvl1pPr marL="0" indent="0">
              <a:buNone/>
              <a:defRPr sz="5961" b="1"/>
            </a:lvl1pPr>
            <a:lvl2pPr marL="1135502" indent="0">
              <a:buNone/>
              <a:defRPr sz="4967" b="1"/>
            </a:lvl2pPr>
            <a:lvl3pPr marL="2271004" indent="0">
              <a:buNone/>
              <a:defRPr sz="4470" b="1"/>
            </a:lvl3pPr>
            <a:lvl4pPr marL="3406506" indent="0">
              <a:buNone/>
              <a:defRPr sz="3974" b="1"/>
            </a:lvl4pPr>
            <a:lvl5pPr marL="4542008" indent="0">
              <a:buNone/>
              <a:defRPr sz="3974" b="1"/>
            </a:lvl5pPr>
            <a:lvl6pPr marL="5677510" indent="0">
              <a:buNone/>
              <a:defRPr sz="3974" b="1"/>
            </a:lvl6pPr>
            <a:lvl7pPr marL="6813012" indent="0">
              <a:buNone/>
              <a:defRPr sz="3974" b="1"/>
            </a:lvl7pPr>
            <a:lvl8pPr marL="7948513" indent="0">
              <a:buNone/>
              <a:defRPr sz="3974" b="1"/>
            </a:lvl8pPr>
            <a:lvl9pPr marL="9084015" indent="0">
              <a:buNone/>
              <a:defRPr sz="397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085693" y="15637003"/>
            <a:ext cx="12809848" cy="229996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29238" y="10494037"/>
            <a:ext cx="12872933" cy="5142966"/>
          </a:xfrm>
        </p:spPr>
        <p:txBody>
          <a:bodyPr anchor="b"/>
          <a:lstStyle>
            <a:lvl1pPr marL="0" indent="0">
              <a:buNone/>
              <a:defRPr sz="5961" b="1"/>
            </a:lvl1pPr>
            <a:lvl2pPr marL="1135502" indent="0">
              <a:buNone/>
              <a:defRPr sz="4967" b="1"/>
            </a:lvl2pPr>
            <a:lvl3pPr marL="2271004" indent="0">
              <a:buNone/>
              <a:defRPr sz="4470" b="1"/>
            </a:lvl3pPr>
            <a:lvl4pPr marL="3406506" indent="0">
              <a:buNone/>
              <a:defRPr sz="3974" b="1"/>
            </a:lvl4pPr>
            <a:lvl5pPr marL="4542008" indent="0">
              <a:buNone/>
              <a:defRPr sz="3974" b="1"/>
            </a:lvl5pPr>
            <a:lvl6pPr marL="5677510" indent="0">
              <a:buNone/>
              <a:defRPr sz="3974" b="1"/>
            </a:lvl6pPr>
            <a:lvl7pPr marL="6813012" indent="0">
              <a:buNone/>
              <a:defRPr sz="3974" b="1"/>
            </a:lvl7pPr>
            <a:lvl8pPr marL="7948513" indent="0">
              <a:buNone/>
              <a:defRPr sz="3974" b="1"/>
            </a:lvl8pPr>
            <a:lvl9pPr marL="9084015" indent="0">
              <a:buNone/>
              <a:defRPr sz="397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29238" y="15637003"/>
            <a:ext cx="12872933" cy="229996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86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32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43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5694" y="2853902"/>
            <a:ext cx="9766079" cy="9988656"/>
          </a:xfrm>
        </p:spPr>
        <p:txBody>
          <a:bodyPr anchor="b"/>
          <a:lstStyle>
            <a:lvl1pPr>
              <a:defRPr sz="7948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872933" y="6163638"/>
            <a:ext cx="15329237" cy="30421799"/>
          </a:xfrm>
        </p:spPr>
        <p:txBody>
          <a:bodyPr/>
          <a:lstStyle>
            <a:lvl1pPr>
              <a:defRPr sz="7948"/>
            </a:lvl1pPr>
            <a:lvl2pPr>
              <a:defRPr sz="6954"/>
            </a:lvl2pPr>
            <a:lvl3pPr>
              <a:defRPr sz="5961"/>
            </a:lvl3pPr>
            <a:lvl4pPr>
              <a:defRPr sz="4967"/>
            </a:lvl4pPr>
            <a:lvl5pPr>
              <a:defRPr sz="4967"/>
            </a:lvl5pPr>
            <a:lvl6pPr>
              <a:defRPr sz="4967"/>
            </a:lvl6pPr>
            <a:lvl7pPr>
              <a:defRPr sz="4967"/>
            </a:lvl7pPr>
            <a:lvl8pPr>
              <a:defRPr sz="4967"/>
            </a:lvl8pPr>
            <a:lvl9pPr>
              <a:defRPr sz="496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85694" y="12842558"/>
            <a:ext cx="9766079" cy="23792426"/>
          </a:xfrm>
        </p:spPr>
        <p:txBody>
          <a:bodyPr/>
          <a:lstStyle>
            <a:lvl1pPr marL="0" indent="0">
              <a:buNone/>
              <a:defRPr sz="3974"/>
            </a:lvl1pPr>
            <a:lvl2pPr marL="1135502" indent="0">
              <a:buNone/>
              <a:defRPr sz="3477"/>
            </a:lvl2pPr>
            <a:lvl3pPr marL="2271004" indent="0">
              <a:buNone/>
              <a:defRPr sz="2980"/>
            </a:lvl3pPr>
            <a:lvl4pPr marL="3406506" indent="0">
              <a:buNone/>
              <a:defRPr sz="2484"/>
            </a:lvl4pPr>
            <a:lvl5pPr marL="4542008" indent="0">
              <a:buNone/>
              <a:defRPr sz="2484"/>
            </a:lvl5pPr>
            <a:lvl6pPr marL="5677510" indent="0">
              <a:buNone/>
              <a:defRPr sz="2484"/>
            </a:lvl6pPr>
            <a:lvl7pPr marL="6813012" indent="0">
              <a:buNone/>
              <a:defRPr sz="2484"/>
            </a:lvl7pPr>
            <a:lvl8pPr marL="7948513" indent="0">
              <a:buNone/>
              <a:defRPr sz="2484"/>
            </a:lvl8pPr>
            <a:lvl9pPr marL="9084015" indent="0">
              <a:buNone/>
              <a:defRPr sz="2484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10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5694" y="2853902"/>
            <a:ext cx="9766079" cy="9988656"/>
          </a:xfrm>
        </p:spPr>
        <p:txBody>
          <a:bodyPr anchor="b"/>
          <a:lstStyle>
            <a:lvl1pPr>
              <a:defRPr sz="7948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2872933" y="6163638"/>
            <a:ext cx="15329237" cy="30421799"/>
          </a:xfrm>
        </p:spPr>
        <p:txBody>
          <a:bodyPr/>
          <a:lstStyle>
            <a:lvl1pPr marL="0" indent="0">
              <a:buNone/>
              <a:defRPr sz="7948"/>
            </a:lvl1pPr>
            <a:lvl2pPr marL="1135502" indent="0">
              <a:buNone/>
              <a:defRPr sz="6954"/>
            </a:lvl2pPr>
            <a:lvl3pPr marL="2271004" indent="0">
              <a:buNone/>
              <a:defRPr sz="5961"/>
            </a:lvl3pPr>
            <a:lvl4pPr marL="3406506" indent="0">
              <a:buNone/>
              <a:defRPr sz="4967"/>
            </a:lvl4pPr>
            <a:lvl5pPr marL="4542008" indent="0">
              <a:buNone/>
              <a:defRPr sz="4967"/>
            </a:lvl5pPr>
            <a:lvl6pPr marL="5677510" indent="0">
              <a:buNone/>
              <a:defRPr sz="4967"/>
            </a:lvl6pPr>
            <a:lvl7pPr marL="6813012" indent="0">
              <a:buNone/>
              <a:defRPr sz="4967"/>
            </a:lvl7pPr>
            <a:lvl8pPr marL="7948513" indent="0">
              <a:buNone/>
              <a:defRPr sz="4967"/>
            </a:lvl8pPr>
            <a:lvl9pPr marL="9084015" indent="0">
              <a:buNone/>
              <a:defRPr sz="4967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85694" y="12842558"/>
            <a:ext cx="9766079" cy="23792426"/>
          </a:xfrm>
        </p:spPr>
        <p:txBody>
          <a:bodyPr/>
          <a:lstStyle>
            <a:lvl1pPr marL="0" indent="0">
              <a:buNone/>
              <a:defRPr sz="3974"/>
            </a:lvl1pPr>
            <a:lvl2pPr marL="1135502" indent="0">
              <a:buNone/>
              <a:defRPr sz="3477"/>
            </a:lvl2pPr>
            <a:lvl3pPr marL="2271004" indent="0">
              <a:buNone/>
              <a:defRPr sz="2980"/>
            </a:lvl3pPr>
            <a:lvl4pPr marL="3406506" indent="0">
              <a:buNone/>
              <a:defRPr sz="2484"/>
            </a:lvl4pPr>
            <a:lvl5pPr marL="4542008" indent="0">
              <a:buNone/>
              <a:defRPr sz="2484"/>
            </a:lvl5pPr>
            <a:lvl6pPr marL="5677510" indent="0">
              <a:buNone/>
              <a:defRPr sz="2484"/>
            </a:lvl6pPr>
            <a:lvl7pPr marL="6813012" indent="0">
              <a:buNone/>
              <a:defRPr sz="2484"/>
            </a:lvl7pPr>
            <a:lvl8pPr marL="7948513" indent="0">
              <a:buNone/>
              <a:defRPr sz="2484"/>
            </a:lvl8pPr>
            <a:lvl9pPr marL="9084015" indent="0">
              <a:buNone/>
              <a:defRPr sz="2484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3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6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1669107" y="2279158"/>
            <a:ext cx="6529120" cy="3627824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081748" y="2279158"/>
            <a:ext cx="19208859" cy="3627824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15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081749" y="2279161"/>
            <a:ext cx="26116478" cy="8274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081749" y="11395788"/>
            <a:ext cx="26116478" cy="27161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081748" y="39677164"/>
            <a:ext cx="6812994" cy="2279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E9975-082C-48ED-A47B-4143E71EDCF2}" type="datetimeFigureOut">
              <a:rPr lang="ko-KR" altLang="en-US" smtClean="0"/>
              <a:t>2017-10-21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030242" y="39677164"/>
            <a:ext cx="10219492" cy="2279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385233" y="39677164"/>
            <a:ext cx="6812994" cy="2279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6" descr="logo_15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1448360" y="41411916"/>
            <a:ext cx="7841453" cy="912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1" y="40805677"/>
            <a:ext cx="10912184" cy="183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17562" tIns="208779" rIns="417562" bIns="208779">
            <a:spAutoFit/>
          </a:bodyPr>
          <a:lstStyle/>
          <a:p>
            <a:pPr defTabSz="12403794">
              <a:defRPr/>
            </a:pPr>
            <a:r>
              <a:rPr lang="ko-KR" altLang="en-US" sz="5500" b="1" dirty="0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</a:rPr>
              <a:t>전파 탐지 특화 연구 센터 </a:t>
            </a:r>
            <a:r>
              <a:rPr lang="en-US" altLang="ko-KR" sz="3700" b="1" dirty="0" err="1">
                <a:solidFill>
                  <a:schemeClr val="bg1"/>
                </a:solidFill>
                <a:latin typeface="HY엽서M" pitchFamily="18" charset="-127"/>
                <a:ea typeface="HY엽서M" pitchFamily="18" charset="-127"/>
              </a:rPr>
              <a:t>Radiowave</a:t>
            </a:r>
            <a:r>
              <a:rPr lang="en-US" altLang="ko-KR" sz="3700" b="1" dirty="0">
                <a:solidFill>
                  <a:schemeClr val="bg1"/>
                </a:solidFill>
                <a:latin typeface="HY엽서M" pitchFamily="18" charset="-127"/>
                <a:ea typeface="HY엽서M" pitchFamily="18" charset="-127"/>
              </a:rPr>
              <a:t> Detection Research Center </a:t>
            </a:r>
            <a:endParaRPr lang="en-US" altLang="ko-KR" dirty="0"/>
          </a:p>
        </p:txBody>
      </p:sp>
      <p:pic>
        <p:nvPicPr>
          <p:cNvPr id="9" name="Picture 2" descr="C:\Documents and Settings\고성길\바탕 화면\M&amp;S연구센터\개소식\개소식 준비작업\m&amp;s final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2904" y="40845661"/>
            <a:ext cx="7397650" cy="18875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38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2271004" rtl="0" eaLnBrk="1" latinLnBrk="1" hangingPunct="1">
        <a:lnSpc>
          <a:spcPct val="90000"/>
        </a:lnSpc>
        <a:spcBef>
          <a:spcPct val="0"/>
        </a:spcBef>
        <a:buNone/>
        <a:defRPr sz="10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751" indent="-567751" algn="l" defTabSz="2271004" rtl="0" eaLnBrk="1" latinLnBrk="1" hangingPunct="1">
        <a:lnSpc>
          <a:spcPct val="90000"/>
        </a:lnSpc>
        <a:spcBef>
          <a:spcPts val="2484"/>
        </a:spcBef>
        <a:buFont typeface="Arial" panose="020B0604020202020204" pitchFamily="34" charset="0"/>
        <a:buChar char="•"/>
        <a:defRPr sz="6954" kern="1200">
          <a:solidFill>
            <a:schemeClr val="tx1"/>
          </a:solidFill>
          <a:latin typeface="+mn-lt"/>
          <a:ea typeface="+mn-ea"/>
          <a:cs typeface="+mn-cs"/>
        </a:defRPr>
      </a:lvl1pPr>
      <a:lvl2pPr marL="1703253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2pPr>
      <a:lvl3pPr marL="2838755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967" kern="1200">
          <a:solidFill>
            <a:schemeClr val="tx1"/>
          </a:solidFill>
          <a:latin typeface="+mn-lt"/>
          <a:ea typeface="+mn-ea"/>
          <a:cs typeface="+mn-cs"/>
        </a:defRPr>
      </a:lvl3pPr>
      <a:lvl4pPr marL="3974257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5109759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6245261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7380762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8516264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651766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135502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2pPr>
      <a:lvl3pPr marL="2271004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3pPr>
      <a:lvl4pPr marL="3406506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4542008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5677510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6813012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7948513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084015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2E8984"/>
            </a:gs>
            <a:gs pos="100000">
              <a:srgbClr val="2B798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그림 5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523" y="7740325"/>
            <a:ext cx="6576381" cy="6489086"/>
          </a:xfrm>
          <a:prstGeom prst="rect">
            <a:avLst/>
          </a:prstGeom>
          <a:blipFill>
            <a:blip r:embed="rId4">
              <a:alphaModFix amt="42000"/>
            </a:blip>
            <a:stretch>
              <a:fillRect/>
            </a:stretch>
          </a:blipFill>
        </p:spPr>
      </p:pic>
      <p:sp>
        <p:nvSpPr>
          <p:cNvPr id="10" name="대각선 방향의 모서리가 잘린 사각형 9"/>
          <p:cNvSpPr/>
          <p:nvPr/>
        </p:nvSpPr>
        <p:spPr>
          <a:xfrm>
            <a:off x="738387" y="938890"/>
            <a:ext cx="28731192" cy="6686439"/>
          </a:xfrm>
          <a:prstGeom prst="snip2DiagRect">
            <a:avLst>
              <a:gd name="adj1" fmla="val 0"/>
              <a:gd name="adj2" fmla="val 26060"/>
            </a:avLst>
          </a:prstGeom>
          <a:gradFill flip="none" rotWithShape="1">
            <a:gsLst>
              <a:gs pos="0">
                <a:srgbClr val="296B7B"/>
              </a:gs>
              <a:gs pos="100000">
                <a:srgbClr val="2D7687"/>
              </a:gs>
            </a:gsLst>
            <a:lin ang="13500000" scaled="1"/>
            <a:tileRect/>
          </a:gradFill>
          <a:ln>
            <a:noFill/>
          </a:ln>
          <a:effectLst>
            <a:outerShdw blurRad="215900" algn="ctr" rotWithShape="0">
              <a:srgbClr val="39A4A9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대각선 방향의 모서리가 잘린 사각형 19"/>
          <p:cNvSpPr/>
          <p:nvPr/>
        </p:nvSpPr>
        <p:spPr>
          <a:xfrm>
            <a:off x="1299715" y="1466202"/>
            <a:ext cx="27680545" cy="5648196"/>
          </a:xfrm>
          <a:prstGeom prst="snip2DiagRect">
            <a:avLst>
              <a:gd name="adj1" fmla="val 0"/>
              <a:gd name="adj2" fmla="val 25610"/>
            </a:avLst>
          </a:prstGeom>
          <a:noFill/>
          <a:ln w="1682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0549699" y="1795532"/>
            <a:ext cx="914400" cy="1154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0979" y="16001980"/>
            <a:ext cx="2657475" cy="4000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7198746" y="2051225"/>
            <a:ext cx="10729192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소속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 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대덕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SW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마이스터고등학교     </a:t>
            </a:r>
            <a:endParaRPr lang="en-US" altLang="ko-KR" sz="6000" b="1" dirty="0" smtClean="0">
              <a:solidFill>
                <a:schemeClr val="bg1"/>
              </a:solidFill>
              <a:effectLst>
                <a:outerShdw blurRad="330200" sx="102000" sy="102000" algn="ctr" rotWithShape="0">
                  <a:srgbClr val="122E34">
                    <a:alpha val="35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6000" b="1" dirty="0" err="1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팀명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 Named      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팀원 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 </a:t>
            </a:r>
            <a:r>
              <a:rPr lang="ko-KR" altLang="en-US" sz="6000" b="1" dirty="0" err="1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이수민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임민규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송근재</a:t>
            </a:r>
            <a:endParaRPr lang="en-US" altLang="ko-KR" sz="6000" b="1" dirty="0" smtClean="0">
              <a:solidFill>
                <a:schemeClr val="bg1"/>
              </a:solidFill>
              <a:effectLst>
                <a:outerShdw blurRad="330200" sx="102000" sy="102000" algn="ctr" rotWithShape="0">
                  <a:srgbClr val="122E34">
                    <a:alpha val="35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지도 교사 </a:t>
            </a:r>
            <a:r>
              <a:rPr lang="en-US" altLang="ko-KR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 </a:t>
            </a:r>
            <a:r>
              <a:rPr lang="ko-KR" altLang="en-US" sz="6000" b="1" dirty="0" err="1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전호연</a:t>
            </a:r>
            <a:r>
              <a:rPr lang="ko-KR" altLang="en-US" sz="6000" b="1" dirty="0" smtClean="0">
                <a:solidFill>
                  <a:schemeClr val="bg1"/>
                </a:solidFill>
                <a:effectLst>
                  <a:outerShdw blurRad="3302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선생님</a:t>
            </a:r>
            <a:endParaRPr lang="ko-KR" altLang="en-US" sz="6000" b="1" dirty="0">
              <a:solidFill>
                <a:schemeClr val="bg1"/>
              </a:solidFill>
              <a:effectLst>
                <a:outerShdw blurRad="330200" sx="102000" sy="102000" algn="ctr" rotWithShape="0">
                  <a:srgbClr val="122E34">
                    <a:alpha val="35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74" name="Text Box 126"/>
          <p:cNvSpPr txBox="1">
            <a:spLocks noChangeArrowheads="1"/>
          </p:cNvSpPr>
          <p:nvPr/>
        </p:nvSpPr>
        <p:spPr bwMode="auto">
          <a:xfrm>
            <a:off x="1248975" y="2372653"/>
            <a:ext cx="15049672" cy="383529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lIns="140603" tIns="70301" rIns="140603" bIns="70301">
            <a:spAutoFit/>
          </a:bodyPr>
          <a:lstStyle/>
          <a:p>
            <a:pPr defTabSz="12403794">
              <a:defRPr/>
            </a:pPr>
            <a:r>
              <a:rPr lang="ko-KR" altLang="en-US" sz="8000" b="1" dirty="0" err="1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부루마블</a:t>
            </a:r>
            <a:r>
              <a:rPr lang="ko-KR" altLang="en-US" sz="8000" b="1" dirty="0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은행 자동화 시스템</a:t>
            </a:r>
            <a:endParaRPr lang="en-US" altLang="ko-KR" sz="8000" b="1" dirty="0" smtClean="0">
              <a:solidFill>
                <a:schemeClr val="bg1"/>
              </a:solidFill>
              <a:effectLst>
                <a:outerShdw blurRad="165100" sx="102000" sy="102000" algn="ctr" rotWithShape="0">
                  <a:srgbClr val="122E34">
                    <a:alpha val="35000"/>
                  </a:srgb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defTabSz="12403794">
              <a:defRPr/>
            </a:pPr>
            <a:r>
              <a:rPr lang="ko-KR" altLang="en-US" sz="16000" b="1" dirty="0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모두의 </a:t>
            </a:r>
            <a:r>
              <a:rPr lang="ko-KR" altLang="en-US" sz="16000" b="1" dirty="0" err="1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부루</a:t>
            </a:r>
            <a:endParaRPr lang="ko-KR" altLang="en-US" sz="16000" b="1" dirty="0">
              <a:solidFill>
                <a:schemeClr val="bg1"/>
              </a:solidFill>
              <a:effectLst>
                <a:outerShdw blurRad="165100" sx="102000" sy="102000" algn="ctr" rotWithShape="0">
                  <a:srgbClr val="122E34">
                    <a:alpha val="35000"/>
                  </a:srgb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2501973" y="14203462"/>
            <a:ext cx="1418557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&gt; </a:t>
            </a:r>
            <a:r>
              <a:rPr lang="ko-KR" altLang="en-US" sz="13000" dirty="0" err="1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개발동기</a:t>
            </a:r>
            <a:r>
              <a:rPr lang="ko-KR" altLang="en-US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13000" dirty="0">
              <a:solidFill>
                <a:schemeClr val="bg1"/>
              </a:solidFill>
              <a:effectLst>
                <a:outerShdw blurRad="330200" algn="ctr" rotWithShape="0">
                  <a:prstClr val="black">
                    <a:alpha val="40000"/>
                  </a:prst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525" b="89886" l="9942" r="89766">
                        <a14:foregroundMark x1="44444" y1="8646" x2="44444" y2="8646"/>
                        <a14:foregroundMark x1="45322" y1="6525" x2="45322" y2="6525"/>
                        <a14:foregroundMark x1="51754" y1="88254" x2="51754" y2="88254"/>
                        <a14:backgroundMark x1="43860" y1="7993" x2="43860" y2="7993"/>
                        <a14:backgroundMark x1="44444" y1="7993" x2="44444" y2="79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99716" y="27641785"/>
            <a:ext cx="7272808" cy="6517882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1242443" y="16609379"/>
            <a:ext cx="12241360" cy="0"/>
          </a:xfrm>
          <a:prstGeom prst="line">
            <a:avLst/>
          </a:prstGeom>
          <a:ln w="152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15161895" y="8514830"/>
            <a:ext cx="0" cy="32907656"/>
          </a:xfrm>
          <a:prstGeom prst="line">
            <a:avLst/>
          </a:prstGeom>
          <a:ln w="139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-2501973" y="28341890"/>
            <a:ext cx="1418557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&gt; </a:t>
            </a:r>
            <a:r>
              <a:rPr lang="ko-KR" altLang="en-US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개발 도구 </a:t>
            </a:r>
            <a:endParaRPr lang="ko-KR" altLang="en-US" sz="13000" dirty="0">
              <a:solidFill>
                <a:schemeClr val="bg1"/>
              </a:solidFill>
              <a:effectLst>
                <a:outerShdw blurRad="330200" algn="ctr" rotWithShape="0">
                  <a:prstClr val="black">
                    <a:alpha val="40000"/>
                  </a:prst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098427" y="30832517"/>
            <a:ext cx="12241360" cy="0"/>
          </a:xfrm>
          <a:prstGeom prst="line">
            <a:avLst/>
          </a:prstGeom>
          <a:ln w="152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7444242" y="8514830"/>
            <a:ext cx="1418557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동작 시나리오 </a:t>
            </a:r>
            <a:r>
              <a:rPr lang="en-US" altLang="ko-KR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&lt;</a:t>
            </a:r>
            <a:r>
              <a:rPr lang="ko-KR" altLang="en-US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13000" dirty="0">
              <a:solidFill>
                <a:schemeClr val="bg1"/>
              </a:solidFill>
              <a:effectLst>
                <a:outerShdw blurRad="330200" algn="ctr" rotWithShape="0">
                  <a:prstClr val="black">
                    <a:alpha val="40000"/>
                  </a:prst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16940186" y="10963102"/>
            <a:ext cx="12241360" cy="0"/>
          </a:xfrm>
          <a:prstGeom prst="line">
            <a:avLst/>
          </a:prstGeom>
          <a:ln w="152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-14042654" y="18558319"/>
            <a:ext cx="9566793" cy="8576962"/>
          </a:xfrm>
          <a:prstGeom prst="rect">
            <a:avLst/>
          </a:prstGeom>
          <a:blipFill>
            <a:blip r:embed="rId4">
              <a:alphaModFix amt="42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218589" y="17587412"/>
            <a:ext cx="12769269" cy="9222100"/>
          </a:xfrm>
          <a:prstGeom prst="rect">
            <a:avLst/>
          </a:prstGeom>
          <a:solidFill>
            <a:srgbClr val="2B7182">
              <a:alpha val="40000"/>
            </a:srgbClr>
          </a:solidFill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1170435" y="31832577"/>
            <a:ext cx="12769269" cy="8455717"/>
          </a:xfrm>
          <a:prstGeom prst="rect">
            <a:avLst/>
          </a:prstGeom>
          <a:solidFill>
            <a:srgbClr val="2B7182">
              <a:alpha val="40000"/>
            </a:srgbClr>
          </a:solidFill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16370655" y="11852604"/>
            <a:ext cx="12769269" cy="11256545"/>
          </a:xfrm>
          <a:prstGeom prst="rect">
            <a:avLst/>
          </a:prstGeom>
          <a:solidFill>
            <a:srgbClr val="2B7182">
              <a:alpha val="40000"/>
            </a:srgbClr>
          </a:solidFill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17437710" y="24716630"/>
            <a:ext cx="1418557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동작 시나리오 </a:t>
            </a:r>
            <a:r>
              <a:rPr lang="en-US" altLang="ko-KR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&lt;</a:t>
            </a:r>
            <a:r>
              <a:rPr lang="ko-KR" altLang="en-US" sz="13000" dirty="0" smtClean="0">
                <a:solidFill>
                  <a:schemeClr val="bg1"/>
                </a:solidFill>
                <a:effectLst>
                  <a:outerShdw blurRad="330200" algn="ctr" rotWithShape="0">
                    <a:prstClr val="black">
                      <a:alpha val="40000"/>
                    </a:prst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 sz="13000" dirty="0">
              <a:solidFill>
                <a:schemeClr val="bg1"/>
              </a:solidFill>
              <a:effectLst>
                <a:outerShdw blurRad="330200" algn="ctr" rotWithShape="0">
                  <a:prstClr val="black">
                    <a:alpha val="40000"/>
                  </a:prst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16933654" y="27164902"/>
            <a:ext cx="12241360" cy="0"/>
          </a:xfrm>
          <a:prstGeom prst="line">
            <a:avLst/>
          </a:prstGeom>
          <a:ln w="152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16364123" y="28054404"/>
            <a:ext cx="12769269" cy="12233890"/>
          </a:xfrm>
          <a:prstGeom prst="rect">
            <a:avLst/>
          </a:prstGeom>
          <a:solidFill>
            <a:srgbClr val="2B7182">
              <a:alpha val="40000"/>
            </a:srgbClr>
          </a:solidFill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13895" y="89894"/>
            <a:ext cx="30096000" cy="42588000"/>
          </a:xfrm>
          <a:prstGeom prst="rect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 bwMode="auto">
          <a:xfrm>
            <a:off x="3042643" y="7977389"/>
            <a:ext cx="9505056" cy="245029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lIns="140603" tIns="70301" rIns="140603" bIns="70301" rtlCol="0">
            <a:spAutoFit/>
          </a:bodyPr>
          <a:lstStyle/>
          <a:p>
            <a:pPr defTabSz="12403794"/>
            <a:r>
              <a:rPr lang="en-US" altLang="ko-KR" sz="15000" b="1" spc="1500" dirty="0" err="1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NoNamed</a:t>
            </a:r>
            <a:endParaRPr lang="ko-KR" altLang="en-US" sz="15000" b="1" spc="1500" dirty="0" err="1" smtClean="0">
              <a:solidFill>
                <a:schemeClr val="bg1"/>
              </a:solidFill>
              <a:effectLst>
                <a:outerShdw blurRad="165100" sx="102000" sy="102000" algn="ctr" rotWithShape="0">
                  <a:srgbClr val="122E34">
                    <a:alpha val="35000"/>
                  </a:srgb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6" name="TextBox 55"/>
          <p:cNvSpPr txBox="1"/>
          <p:nvPr/>
        </p:nvSpPr>
        <p:spPr bwMode="auto">
          <a:xfrm>
            <a:off x="1746499" y="11539166"/>
            <a:ext cx="12435794" cy="226563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lIns="140603" tIns="70301" rIns="140603" bIns="70301" rtlCol="0">
            <a:spAutoFit/>
          </a:bodyPr>
          <a:lstStyle/>
          <a:p>
            <a:pPr defTabSz="12403794"/>
            <a:r>
              <a:rPr lang="en-US" altLang="ko-KR" sz="13800" b="1" spc="1500" dirty="0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Blue Marble</a:t>
            </a:r>
            <a:endParaRPr lang="ko-KR" altLang="en-US" sz="13800" b="1" spc="1500" dirty="0" err="1" smtClean="0">
              <a:solidFill>
                <a:schemeClr val="bg1"/>
              </a:solidFill>
              <a:effectLst>
                <a:outerShdw blurRad="165100" sx="102000" sy="102000" algn="ctr" rotWithShape="0">
                  <a:srgbClr val="122E34">
                    <a:alpha val="35000"/>
                  </a:srgb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 bwMode="auto">
          <a:xfrm>
            <a:off x="3114651" y="9594950"/>
            <a:ext cx="9505056" cy="226563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lIns="140603" tIns="70301" rIns="140603" bIns="70301" rtlCol="0">
            <a:spAutoFit/>
          </a:bodyPr>
          <a:lstStyle/>
          <a:p>
            <a:pPr defTabSz="12403794"/>
            <a:r>
              <a:rPr lang="en-US" altLang="ko-KR" sz="13800" b="1" dirty="0" smtClean="0">
                <a:solidFill>
                  <a:schemeClr val="bg1"/>
                </a:solidFill>
                <a:effectLst>
                  <a:outerShdw blurRad="165100" sx="102000" sy="102000" algn="ctr" rotWithShape="0">
                    <a:srgbClr val="122E34">
                      <a:alpha val="35000"/>
                    </a:srgbClr>
                  </a:outerShdw>
                </a:effectLst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x</a:t>
            </a:r>
            <a:endParaRPr lang="ko-KR" altLang="en-US" sz="13800" b="1" dirty="0" err="1" smtClean="0">
              <a:solidFill>
                <a:schemeClr val="bg1"/>
              </a:solidFill>
              <a:effectLst>
                <a:outerShdw blurRad="165100" sx="102000" sy="102000" algn="ctr" rotWithShape="0">
                  <a:srgbClr val="122E34">
                    <a:alpha val="35000"/>
                  </a:srgbClr>
                </a:outerShdw>
              </a:effectLst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38100">
          <a:noFill/>
          <a:miter lim="800000"/>
          <a:headEnd/>
          <a:tailEnd/>
        </a:ln>
        <a:effectLst/>
      </a:spPr>
      <a:bodyPr wrap="square" lIns="140603" tIns="70301" rIns="140603" bIns="70301">
        <a:spAutoFit/>
      </a:bodyPr>
      <a:lstStyle>
        <a:defPPr defTabSz="12403794">
          <a:defRPr sz="8000" b="1" dirty="0" err="1" smtClean="0">
            <a:solidFill>
              <a:schemeClr val="bg1"/>
            </a:solidFill>
            <a:effectLst>
              <a:outerShdw blurRad="165100" sx="102000" sy="102000" algn="ctr" rotWithShape="0">
                <a:srgbClr val="122E34">
                  <a:alpha val="35000"/>
                </a:srgbClr>
              </a:outerShdw>
            </a:effectLst>
            <a:latin typeface="배달의민족 주아" panose="02020603020101020101" pitchFamily="18" charset="-127"/>
            <a:ea typeface="배달의민족 주아" panose="0202060302010102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2615</TotalTime>
  <Words>41</Words>
  <Application>Microsoft Office PowerPoint</Application>
  <PresentationFormat>사용자 지정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HY엽서M</vt:lpstr>
      <vt:lpstr>굴림</vt:lpstr>
      <vt:lpstr>나눔바른고딕</vt:lpstr>
      <vt:lpstr>맑은 고딕</vt:lpstr>
      <vt:lpstr>배달의민족 주아</vt:lpstr>
      <vt:lpstr>산돌고딕 M</vt:lpstr>
      <vt:lpstr>Arial</vt:lpstr>
      <vt:lpstr>Office 테마</vt:lpstr>
      <vt:lpstr>PowerPoint 프레젠테이션</vt:lpstr>
    </vt:vector>
  </TitlesOfParts>
  <Company>KAIST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최한실</dc:creator>
  <cp:lastModifiedBy>송근재</cp:lastModifiedBy>
  <cp:revision>126</cp:revision>
  <dcterms:created xsi:type="dcterms:W3CDTF">2003-10-29T02:34:34Z</dcterms:created>
  <dcterms:modified xsi:type="dcterms:W3CDTF">2017-10-21T15:09:28Z</dcterms:modified>
</cp:coreProperties>
</file>